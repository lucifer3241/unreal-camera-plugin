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as1oQPdoDJtiTAaKGURoJrdLH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Full Frame Title Slide">
  <p:cSld name="1_Full Frame 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 txBox="1"/>
          <p:nvPr>
            <p:ph type="title"/>
          </p:nvPr>
        </p:nvSpPr>
        <p:spPr>
          <a:xfrm>
            <a:off x="586407" y="1341782"/>
            <a:ext cx="11019183" cy="4303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Ultra"/>
              <a:buNone/>
              <a:defRPr b="1" i="0" sz="9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title"/>
          </p:nvPr>
        </p:nvSpPr>
        <p:spPr>
          <a:xfrm>
            <a:off x="586407" y="1341782"/>
            <a:ext cx="11019183" cy="4303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Ultra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GameCast Director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677266" y="4345858"/>
            <a:ext cx="44048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 NDA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"/>
          <p:cNvCxnSpPr/>
          <p:nvPr/>
        </p:nvCxnSpPr>
        <p:spPr>
          <a:xfrm>
            <a:off x="3374550" y="0"/>
            <a:ext cx="0" cy="6586538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98" name="Google Shape;98;p2"/>
          <p:cNvCxnSpPr/>
          <p:nvPr/>
        </p:nvCxnSpPr>
        <p:spPr>
          <a:xfrm>
            <a:off x="7593112" y="0"/>
            <a:ext cx="0" cy="6586538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99" name="Google Shape;99;p2"/>
          <p:cNvCxnSpPr/>
          <p:nvPr/>
        </p:nvCxnSpPr>
        <p:spPr>
          <a:xfrm>
            <a:off x="0" y="1643974"/>
            <a:ext cx="3374550" cy="0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00" name="Google Shape;100;p2"/>
          <p:cNvSpPr txBox="1"/>
          <p:nvPr/>
        </p:nvSpPr>
        <p:spPr>
          <a:xfrm>
            <a:off x="6" y="0"/>
            <a:ext cx="3374544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Manual camera operation for esports production.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Lack of reusable camera presets can lead to hours/days of setup and testing.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Camera transitions cause 5-8 ms spike in uncontrolled scenarios.</a:t>
            </a:r>
            <a:endParaRPr/>
          </a:p>
        </p:txBody>
      </p:sp>
      <p:cxnSp>
        <p:nvCxnSpPr>
          <p:cNvPr id="101" name="Google Shape;101;p2"/>
          <p:cNvCxnSpPr/>
          <p:nvPr/>
        </p:nvCxnSpPr>
        <p:spPr>
          <a:xfrm>
            <a:off x="0" y="3675299"/>
            <a:ext cx="3374550" cy="0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02" name="Google Shape;102;p2"/>
          <p:cNvSpPr txBox="1"/>
          <p:nvPr/>
        </p:nvSpPr>
        <p:spPr>
          <a:xfrm>
            <a:off x="-1" y="1643974"/>
            <a:ext cx="3374544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Solution Pitch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First Unreal plugin to unify different camera modes into a single controllable director system.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Switching camera takes less than 1ms.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Profiling shows CPU cost is less than 3ms</a:t>
            </a:r>
            <a:endParaRPr/>
          </a:p>
        </p:txBody>
      </p:sp>
      <p:cxnSp>
        <p:nvCxnSpPr>
          <p:cNvPr id="103" name="Google Shape;103;p2"/>
          <p:cNvCxnSpPr/>
          <p:nvPr/>
        </p:nvCxnSpPr>
        <p:spPr>
          <a:xfrm>
            <a:off x="3374543" y="2060641"/>
            <a:ext cx="4218569" cy="0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04" name="Google Shape;104;p2"/>
          <p:cNvSpPr txBox="1"/>
          <p:nvPr/>
        </p:nvSpPr>
        <p:spPr>
          <a:xfrm>
            <a:off x="0" y="3718835"/>
            <a:ext cx="337454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Primary Customer/Target Audience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Esports production crews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Gameplay/Level designers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Depending on production levels, free software – OBS for small scale production to around $1200 for vMix license for mid to high level productions.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Intuitive design challenges includes tracking multiple players and providing the ability to switch between different camera types.</a:t>
            </a:r>
            <a:endParaRPr/>
          </a:p>
        </p:txBody>
      </p:sp>
      <p:cxnSp>
        <p:nvCxnSpPr>
          <p:cNvPr id="105" name="Google Shape;105;p2"/>
          <p:cNvCxnSpPr/>
          <p:nvPr/>
        </p:nvCxnSpPr>
        <p:spPr>
          <a:xfrm>
            <a:off x="3374507" y="3675299"/>
            <a:ext cx="4218569" cy="0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06" name="Google Shape;106;p2"/>
          <p:cNvSpPr txBox="1"/>
          <p:nvPr/>
        </p:nvSpPr>
        <p:spPr>
          <a:xfrm>
            <a:off x="3374542" y="-29549"/>
            <a:ext cx="4218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Technology Used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Unreal Engine 5.6.1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– Gameplay Profiling tools, Enhanced Input System, Slate/UMG, Subsystem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Built on abstract base class with template method.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Uses data driven camera profiles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All camera </a:t>
            </a:r>
            <a:r>
              <a:rPr lang="en-US">
                <a:solidFill>
                  <a:srgbClr val="C00000"/>
                </a:solidFill>
              </a:rPr>
              <a:t>types</a:t>
            </a: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C00000"/>
                </a:solidFill>
              </a:rPr>
              <a:t>f</a:t>
            </a: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ollows the State pattern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3338400" y="2053303"/>
            <a:ext cx="228732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Plugin Composition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3453173" y="2368417"/>
            <a:ext cx="1462956" cy="20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C++: </a:t>
            </a:r>
            <a:r>
              <a:rPr b="1" lang="en-US" sz="1000">
                <a:solidFill>
                  <a:srgbClr val="FFFFFF"/>
                </a:solidFill>
              </a:rPr>
              <a:t>94</a:t>
            </a: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3453172" y="2635388"/>
            <a:ext cx="1030338" cy="2041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BP: </a:t>
            </a:r>
            <a:r>
              <a:rPr b="1" lang="en-US" sz="1000">
                <a:solidFill>
                  <a:srgbClr val="FFFFFF"/>
                </a:solidFill>
              </a:rPr>
              <a:t>5</a:t>
            </a: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cxnSp>
        <p:nvCxnSpPr>
          <p:cNvPr id="110" name="Google Shape;110;p2"/>
          <p:cNvCxnSpPr/>
          <p:nvPr/>
        </p:nvCxnSpPr>
        <p:spPr>
          <a:xfrm>
            <a:off x="7596538" y="2216161"/>
            <a:ext cx="4598919" cy="0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11" name="Google Shape;111;p2"/>
          <p:cNvSpPr txBox="1"/>
          <p:nvPr/>
        </p:nvSpPr>
        <p:spPr>
          <a:xfrm>
            <a:off x="7640406" y="0"/>
            <a:ext cx="4551594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Mechanics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State pattern for camera modes.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Flyweight for camera profiles.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Template method for camera lifecycle</a:t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SOLID principles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sng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Noah</a:t>
            </a:r>
            <a:endParaRPr/>
          </a:p>
          <a:p>
            <a:pPr indent="-285750" lvl="4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Setup the UI with dynamic render texture for displaying different camera perspectives.</a:t>
            </a:r>
            <a:endParaRPr/>
          </a:p>
          <a:p>
            <a:pPr indent="0" lvl="4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sng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Divith</a:t>
            </a:r>
            <a:endParaRPr/>
          </a:p>
          <a:p>
            <a:pPr indent="-285750" lvl="4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Scripted </a:t>
            </a:r>
            <a:r>
              <a:rPr b="1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Camera Transition </a:t>
            </a:r>
            <a:r>
              <a:rPr b="0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system and initial camera type setup</a:t>
            </a:r>
            <a:endParaRPr/>
          </a:p>
          <a:p>
            <a:pPr indent="0" lvl="4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sng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Adhithya</a:t>
            </a:r>
            <a:endParaRPr/>
          </a:p>
          <a:p>
            <a:pPr indent="-285750" lvl="4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Created the plugin documentation, implemented coding patterns and the bookmark system.</a:t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7664038" y="2290304"/>
            <a:ext cx="42185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Process flowchart</a:t>
            </a:r>
            <a:endParaRPr/>
          </a:p>
        </p:txBody>
      </p:sp>
      <p:cxnSp>
        <p:nvCxnSpPr>
          <p:cNvPr id="113" name="Google Shape;113;p2"/>
          <p:cNvCxnSpPr/>
          <p:nvPr/>
        </p:nvCxnSpPr>
        <p:spPr>
          <a:xfrm>
            <a:off x="7593075" y="3856882"/>
            <a:ext cx="4598919" cy="0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14" name="Google Shape;114;p2"/>
          <p:cNvSpPr txBox="1"/>
          <p:nvPr/>
        </p:nvSpPr>
        <p:spPr>
          <a:xfrm>
            <a:off x="7588523" y="3873852"/>
            <a:ext cx="4587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Future Roadmap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Explore network integration.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Expanded bookmark and sequencer system.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Performance improvements for the UI.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Marketplace release and documentation expansion.</a:t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Char char="•"/>
            </a:pPr>
            <a:r>
              <a:rPr lang="en-US">
                <a:solidFill>
                  <a:srgbClr val="C00000"/>
                </a:solidFill>
              </a:rPr>
              <a:t>User Interface Customizable Options</a:t>
            </a:r>
            <a:endParaRPr>
              <a:solidFill>
                <a:srgbClr val="C00000"/>
              </a:solidFill>
            </a:endParaRPr>
          </a:p>
        </p:txBody>
      </p:sp>
      <p:cxnSp>
        <p:nvCxnSpPr>
          <p:cNvPr id="115" name="Google Shape;115;p2"/>
          <p:cNvCxnSpPr/>
          <p:nvPr/>
        </p:nvCxnSpPr>
        <p:spPr>
          <a:xfrm>
            <a:off x="7593081" y="5258847"/>
            <a:ext cx="4598919" cy="0"/>
          </a:xfrm>
          <a:prstGeom prst="straightConnector1">
            <a:avLst/>
          </a:prstGeom>
          <a:noFill/>
          <a:ln cap="flat" cmpd="sng" w="19050">
            <a:solidFill>
              <a:srgbClr val="B8000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16" name="Google Shape;116;p2"/>
          <p:cNvSpPr txBox="1"/>
          <p:nvPr/>
        </p:nvSpPr>
        <p:spPr>
          <a:xfrm>
            <a:off x="7596538" y="5230195"/>
            <a:ext cx="4587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Engineering Expenditure (in hours)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spent on </a:t>
            </a:r>
            <a:r>
              <a:rPr b="1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 ~</a:t>
            </a:r>
            <a:r>
              <a:rPr lang="en-US">
                <a:solidFill>
                  <a:srgbClr val="C00000"/>
                </a:solidFill>
              </a:rPr>
              <a:t>35</a:t>
            </a: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hours (Camera Types, Flyweight, Bookmark recording, Documentation)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spent on Next Scope: </a:t>
            </a:r>
            <a:r>
              <a:rPr b="1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r>
              <a:rPr b="1" lang="en-US">
                <a:solidFill>
                  <a:srgbClr val="C00000"/>
                </a:solidFill>
              </a:rPr>
              <a:t>35</a:t>
            </a:r>
            <a:r>
              <a:rPr b="1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hours (Profiling, UI integration)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Stretch Goa</a:t>
            </a: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 Scope estimate: </a:t>
            </a:r>
            <a:r>
              <a:rPr b="1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120 hours (3 FTE) (Networking, Sequencer Support, Optimization) 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3378005" y="3682637"/>
            <a:ext cx="4218533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Profiling Stats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Camera transitions, camera tick and bookmark methods.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stat CameraDirectorPawn and stat CameraMomentRecorder for custom profiling.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GameThreadTime with manual flying 12-18 ms. With the plugin it is stable 10-14 ms.</a:t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Switching cameras takes only 1-1.5 ms.</a:t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5473426" y="5546190"/>
            <a:ext cx="646419" cy="43819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  <a:endParaRPr/>
          </a:p>
        </p:txBody>
      </p:sp>
      <p:cxnSp>
        <p:nvCxnSpPr>
          <p:cNvPr id="119" name="Google Shape;119;p2"/>
          <p:cNvCxnSpPr/>
          <p:nvPr/>
        </p:nvCxnSpPr>
        <p:spPr>
          <a:xfrm>
            <a:off x="5435365" y="5517303"/>
            <a:ext cx="0" cy="1224729"/>
          </a:xfrm>
          <a:prstGeom prst="straightConnector1">
            <a:avLst/>
          </a:prstGeom>
          <a:noFill/>
          <a:ln cap="flat" cmpd="sng" w="38100">
            <a:solidFill>
              <a:srgbClr val="08080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"/>
          <p:cNvSpPr/>
          <p:nvPr/>
        </p:nvSpPr>
        <p:spPr>
          <a:xfrm>
            <a:off x="4614752" y="5539308"/>
            <a:ext cx="782550" cy="4381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GPU 22%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4050892" y="6013272"/>
            <a:ext cx="1348490" cy="4381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GameThreadTime 14%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5478009" y="6013272"/>
            <a:ext cx="500001" cy="4381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4442989" y="6479893"/>
            <a:ext cx="9137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5439113" y="6490083"/>
            <a:ext cx="9137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3445468" y="2937178"/>
            <a:ext cx="764791" cy="20603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Misc: 1%</a:t>
            </a:r>
            <a:endParaRPr b="1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video game&#10;&#10;AI-generated content may be incorrect." id="126" name="Google Shape;1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7326" y="2605903"/>
            <a:ext cx="3486991" cy="122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9686" y="2096407"/>
            <a:ext cx="2357963" cy="1526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3975" y="453800"/>
            <a:ext cx="9753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uestion mark on green pastel background" id="138" name="Google Shape;138;p4"/>
          <p:cNvPicPr preferRelativeResize="0"/>
          <p:nvPr/>
        </p:nvPicPr>
        <p:blipFill rotWithShape="1">
          <a:blip r:embed="rId3">
            <a:alphaModFix amt="50000"/>
          </a:blip>
          <a:srcRect b="14133" l="0" r="-1" t="10847"/>
          <a:stretch/>
        </p:blipFill>
        <p:spPr>
          <a:xfrm>
            <a:off x="20" y="10"/>
            <a:ext cx="1218893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>
            <p:ph type="ctrTitle"/>
          </p:nvPr>
        </p:nvSpPr>
        <p:spPr>
          <a:xfrm>
            <a:off x="1524000" y="1122363"/>
            <a:ext cx="91440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lang="en-US" sz="6600">
                <a:solidFill>
                  <a:schemeClr val="lt1"/>
                </a:solidFill>
              </a:rPr>
              <a:t>Q&amp;A</a:t>
            </a:r>
            <a:endParaRPr/>
          </a:p>
        </p:txBody>
      </p:sp>
      <p:sp>
        <p:nvSpPr>
          <p:cNvPr id="140" name="Google Shape;140;p4"/>
          <p:cNvSpPr txBox="1"/>
          <p:nvPr>
            <p:ph idx="1" type="subTitle"/>
          </p:nvPr>
        </p:nvSpPr>
        <p:spPr>
          <a:xfrm>
            <a:off x="1527048" y="4599432"/>
            <a:ext cx="914400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solidFill>
                  <a:schemeClr val="lt1"/>
                </a:solidFill>
              </a:rPr>
              <a:t>What questions do you have for us?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3974206" y="4368623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4901"/>
            </a:srgbClr>
          </a:solidFill>
          <a:ln cap="rnd" cmpd="sng" w="44450">
            <a:solidFill>
              <a:schemeClr val="lt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erial view of a highway near the ocean" id="148" name="Google Shape;148;p5"/>
          <p:cNvPicPr preferRelativeResize="0"/>
          <p:nvPr/>
        </p:nvPicPr>
        <p:blipFill rotWithShape="1">
          <a:blip r:embed="rId3">
            <a:alphaModFix amt="60000"/>
          </a:blip>
          <a:srcRect b="13167" l="0" r="0" t="11832"/>
          <a:stretch/>
        </p:blipFill>
        <p:spPr>
          <a:xfrm>
            <a:off x="-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>
            <p:ph type="title"/>
          </p:nvPr>
        </p:nvSpPr>
        <p:spPr>
          <a:xfrm>
            <a:off x="841248" y="600427"/>
            <a:ext cx="9875520" cy="32999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0"/>
              <a:buFont typeface="Play"/>
              <a:buNone/>
            </a:pPr>
            <a:r>
              <a:rPr lang="en-US" sz="8200">
                <a:solidFill>
                  <a:srgbClr val="FFFFFF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2025-12-06T01:36:09Z</dcterms:created>
  <dc:creator>Rishabh Kaushik</dc:creator>
</cp:coreProperties>
</file>